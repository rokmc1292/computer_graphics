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  <a:r>
              <a:t>3D 군 생활관 시뮬레이션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Three.js 기반 인터랙티브 3D 웹 애플리케이션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목적</a:t>
            </a:r>
          </a:p>
          <a:p>
            <a:pPr lvl="1"/>
            <a:r>
              <a:t>웹 브라우저에서 실행되는 실감나는 3D 군 생활관 환경 구현</a:t>
            </a:r>
          </a:p>
          <a:p>
            <a:r>
              <a:t>주요 특징</a:t>
            </a:r>
          </a:p>
          <a:p>
            <a:pPr lvl="1"/>
            <a:r>
              <a:t>인터랙티브한 아바타 조작 (WASD 이동)</a:t>
            </a:r>
          </a:p>
          <a:p>
            <a:pPr lvl="1"/>
            <a:r>
              <a:t>PBR(Physically Based Rendering) 기반 사실적인 렌더링</a:t>
            </a:r>
          </a:p>
          <a:p>
            <a:pPr lvl="1"/>
            <a:r>
              <a:t>실시간 애니메이션 (조명, 창문, 문 등)</a:t>
            </a:r>
          </a:p>
          <a:p>
            <a:pPr lvl="1"/>
            <a:r>
              <a:t>고품질 그림자 및 조명 시스템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핵심 프레임워크</a:t>
            </a:r>
          </a:p>
          <a:p>
            <a:pPr lvl="1"/>
            <a:r>
              <a:t>Three.js v0.161.0 - 3D 그래픽 라이브러리</a:t>
            </a:r>
          </a:p>
          <a:p>
            <a:pPr lvl="1"/>
            <a:r>
              <a:t>WebGL Renderer - 하드웨어 가속 렌더링</a:t>
            </a:r>
          </a:p>
          <a:p>
            <a:r>
              <a:t>렌더링 기술</a:t>
            </a:r>
          </a:p>
          <a:p>
            <a:pPr lvl="1"/>
            <a:r>
              <a:t>PBR Materials (MeshStandardMaterial)</a:t>
            </a:r>
          </a:p>
          <a:p>
            <a:pPr lvl="1"/>
            <a:r>
              <a:t>ACES Filmic Tone Mapping</a:t>
            </a:r>
          </a:p>
          <a:p>
            <a:pPr lvl="1"/>
            <a:r>
              <a:t>PCF Soft Shadows (4096x4096 해상도)</a:t>
            </a:r>
          </a:p>
          <a:p>
            <a:pPr lvl="1"/>
            <a:r>
              <a:t>텍스처 맵: Diffuse, Normal, Roughness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모듈 구조</a:t>
            </a:r>
          </a:p>
          <a:p>
            <a:pPr lvl="1">
              <a:defRPr sz="1500"/>
            </a:pPr>
            <a:r>
              <a:t>main.js: 애플리케이션 부트스트랩 및 초기화</a:t>
            </a:r>
          </a:p>
          <a:p>
            <a:pPr lvl="1">
              <a:defRPr sz="1500"/>
            </a:pPr>
            <a:r>
              <a:t>scene/SceneManager.js: Three.js 씬, 카메라, 렌더러 설정</a:t>
            </a:r>
          </a:p>
          <a:p>
            <a:pPr lvl="1">
              <a:defRPr sz="1500"/>
            </a:pPr>
            <a:r>
              <a:t>scene/LightManager.js: 조명 시스템 관리</a:t>
            </a:r>
          </a:p>
          <a:p>
            <a:pPr lvl="1">
              <a:defRPr sz="1500"/>
            </a:pPr>
            <a:r>
              <a:t>objects/Barracks.js: 생활관 메인 오케스트레이터</a:t>
            </a:r>
          </a:p>
          <a:p>
            <a:pPr lvl="1">
              <a:defRPr sz="1500"/>
            </a:pPr>
            <a:r>
              <a:t>objects/Avatar.js: 플레이어 캐릭터</a:t>
            </a:r>
          </a:p>
          <a:p>
            <a:pPr lvl="1">
              <a:defRPr sz="1500"/>
            </a:pPr>
            <a:r>
              <a:t>controls/AvatarController.js: WASD 키보드 입력 처리</a:t>
            </a:r>
          </a:p>
          <a:p>
            <a:pPr lvl="1">
              <a:defRPr sz="1500"/>
            </a:pPr>
            <a:r>
              <a:t>controls/CameraController.js: 마우스 카메라 제어</a:t>
            </a:r>
          </a:p>
          <a:p>
            <a:pPr lvl="1">
              <a:defRPr sz="1500"/>
            </a:pPr>
            <a:r>
              <a:t>controls/InteractionController.js: 객체 상호작용 관리</a:t>
            </a:r>
          </a:p>
          <a:p>
            <a:pPr lvl="1">
              <a:defRPr sz="1500"/>
            </a:pPr>
            <a:r>
              <a:t>loaders/: 텍스처 및 3D 모델 로딩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497D"/>
                </a:solidFill>
              </a:defRPr>
            </a:pPr>
            <a:r>
              <a:t>Scene Graph 구조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8653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SceneManager (scene/SceneManager.js)</a:t>
            </a:r>
          </a:p>
          <a:p>
            <a:pPr lvl="1"/>
            <a:r>
              <a:t>Three.js Scene 초기화 및 설정</a:t>
            </a:r>
          </a:p>
          <a:p>
            <a:pPr lvl="1"/>
            <a:r>
              <a:t>PerspectiveCamera 구성 (FOV: 75°)</a:t>
            </a:r>
          </a:p>
          <a:p>
            <a:pPr lvl="1"/>
            <a:r>
              <a:t>WebGL Renderer 설정 (안티앨리어싱, 그림자)</a:t>
            </a:r>
          </a:p>
          <a:p>
            <a:pPr lvl="1"/>
            <a:r>
              <a:t>반응형 윈도우 리사이즈 처리</a:t>
            </a:r>
          </a:p>
          <a:p/>
          <a:p>
            <a:r>
              <a:t>LightManager (scene/LightManager.js)</a:t>
            </a:r>
          </a:p>
          <a:p>
            <a:pPr lvl="1"/>
            <a:r>
              <a:t>Ambient Light - 부드러운 간접 조명</a:t>
            </a:r>
          </a:p>
          <a:p>
            <a:pPr lvl="1"/>
            <a:r>
              <a:t>Directional Light - 태양광 (창문을 통한 빛)</a:t>
            </a:r>
          </a:p>
          <a:p>
            <a:pPr lvl="1"/>
            <a:r>
              <a:t>Point Lights - 천장 조명 4개</a:t>
            </a:r>
          </a:p>
          <a:p>
            <a:pPr lvl="1"/>
            <a:r>
              <a:t>Spotlights - 창문 효과 4개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객체 시스템: 생활관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Barracks.js - 메인 오케스트레이터</a:t>
            </a:r>
          </a:p>
          <a:p>
            <a:r>
              <a:t>방 구조</a:t>
            </a:r>
          </a:p>
          <a:p>
            <a:pPr lvl="1"/>
            <a:r>
              <a:t>바닥: 대리석 텍스처 (PBR 맵핑)</a:t>
            </a:r>
          </a:p>
          <a:p>
            <a:pPr lvl="1"/>
            <a:r>
              <a:t>벽 4개: 뒷벽에 문 구멍 (3m x 5m)</a:t>
            </a:r>
          </a:p>
          <a:p>
            <a:pPr lvl="1"/>
            <a:r>
              <a:t>천장: 절차적 캔버스 텍스처</a:t>
            </a:r>
          </a:p>
          <a:p>
            <a:pPr lvl="1"/>
            <a:r>
              <a:t>먼지 파티클 시스템 (200개)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객체 시스템: 가구 및 오브젝트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주요 가구 (총 30개 이상 오브젝트)</a:t>
            </a:r>
          </a:p>
          <a:p>
            <a:pPr lvl="1">
              <a:defRPr sz="1400"/>
            </a:pPr>
            <a:r>
              <a:t>이층 침대 (BunkBed.js): 6개 - 침대 시트 바람 애니메이션</a:t>
            </a:r>
          </a:p>
          <a:p>
            <a:pPr lvl="1">
              <a:defRPr sz="1400"/>
            </a:pPr>
            <a:r>
              <a:t>서랍장 (Chester.js): 8개 - 각 침대 옆, 서랍 애니메이션</a:t>
            </a:r>
          </a:p>
          <a:p>
            <a:pPr lvl="1">
              <a:defRPr sz="1400"/>
            </a:pPr>
            <a:r>
              <a:t>사물함 (Locker.js): 1개 - 개인 물품 보관</a:t>
            </a:r>
          </a:p>
          <a:p>
            <a:pPr lvl="1">
              <a:defRPr sz="1400"/>
            </a:pPr>
            <a:r>
              <a:t>창문 (Window.js): 4개 - 주/야간 색상 애니메이션</a:t>
            </a:r>
          </a:p>
          <a:p>
            <a:pPr lvl="1">
              <a:defRPr sz="1400"/>
            </a:pPr>
            <a:r>
              <a:t>문 (Door.js): 1개 - 근접 시 자동 개폐</a:t>
            </a:r>
          </a:p>
          <a:p>
            <a:pPr lvl="1">
              <a:defRPr sz="1400"/>
            </a:pPr>
            <a:r>
              <a:t>TV (TV.js): 1개 - 화면 깜빡임 효과</a:t>
            </a:r>
          </a:p>
          <a:p>
            <a:pPr lvl="1">
              <a:defRPr sz="1400"/>
            </a:pPr>
            <a:r>
              <a:t>라디에이터 (Radiator.js): 2개 - 발열 효과</a:t>
            </a:r>
          </a:p>
          <a:p>
            <a:pPr lvl="1">
              <a:defRPr sz="1400"/>
            </a:pPr>
            <a:r>
              <a:t>천장 선풍기 (CeilingFan.js): 1개 - 회전 애니메이션</a:t>
            </a:r>
          </a:p>
          <a:p>
            <a:pPr lvl="1">
              <a:defRPr sz="1400"/>
            </a:pPr>
            <a:r>
              <a:t>전등 스위치 (LightSwitch.js): 1개 - 클릭 상호작용</a:t>
            </a:r>
          </a:p>
          <a:p>
            <a:pPr lvl="1">
              <a:defRPr sz="1400"/>
            </a:pPr>
            <a:r>
              <a:t>장식 커브 (DecorativeCurve.js): 금색 Bezier 커브 장식</a:t>
            </a:r>
          </a:p>
          <a:p>
            <a:pPr lvl="1">
              <a:defRPr sz="1400"/>
            </a:pPr>
            <a:r>
              <a:t>화병 (Vase.js): 6개 - LatheGeometry 회전체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고급 지오메트리: Curve &amp;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DecorativeCurve - Bezier Curve (objects/DecorativeCurve.js)</a:t>
            </a:r>
          </a:p>
          <a:p>
            <a:pPr lvl="1"/>
            <a:r>
              <a:t>CubicBezierCurve3로 3D 곡선 생성</a:t>
            </a:r>
          </a:p>
          <a:p>
            <a:pPr lvl="1"/>
            <a:r>
              <a:t>TubeGeometry로 곡선을 따라 튜브 형성</a:t>
            </a:r>
          </a:p>
          <a:p>
            <a:pPr lvl="1"/>
            <a:r>
              <a:t>발광 효과가 있는 금색 장식 트림 (앞벽)</a:t>
            </a:r>
          </a:p>
          <a:p>
            <a:pPr lvl="1"/>
            <a:r>
              <a:t>4개 제어점으로 부드러운 곡선 표현</a:t>
            </a:r>
          </a:p>
          <a:p/>
          <a:p>
            <a:r>
              <a:t>Vase - LatheGeometry (objects/Vase.js)</a:t>
            </a:r>
          </a:p>
          <a:p>
            <a:pPr lvl="1"/>
            <a:r>
              <a:t>LatheGeometry로 회전체 생성 (화병, 컵)</a:t>
            </a:r>
          </a:p>
          <a:p>
            <a:pPr lvl="1"/>
            <a:r>
              <a:t>2D 프로파일을 회전축 중심으로 회전시켜 3D 형상</a:t>
            </a:r>
          </a:p>
          <a:p>
            <a:pPr lvl="1"/>
            <a:r>
              <a:t>서랍장 위에 6개 배치 (다양한 크기)</a:t>
            </a:r>
          </a:p>
          <a:p>
            <a:pPr lvl="1"/>
            <a:r>
              <a:t>도자기 재질 시뮬레이션 (높은 roughness)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아바타 &amp; 컨트롤 시스템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Avatar (objects/Avatar.js)</a:t>
            </a:r>
          </a:p>
          <a:p>
            <a:pPr lvl="1"/>
            <a:r>
              <a:t>머리, 몸통, 팔, 다리로 구성된 심플한 캐릭터</a:t>
            </a:r>
          </a:p>
          <a:p>
            <a:pPr lvl="1"/>
            <a:r>
              <a:t>군복 색상 적용 (밀리터리 그린: #4A5D23)</a:t>
            </a:r>
          </a:p>
          <a:p>
            <a:pPr lvl="1"/>
            <a:r>
              <a:t>그림자 캐스팅 지원</a:t>
            </a:r>
          </a:p>
          <a:p/>
          <a:p>
            <a:r>
              <a:t>AvatarController (controls/AvatarController.js)</a:t>
            </a:r>
          </a:p>
          <a:p>
            <a:pPr lvl="1"/>
            <a:r>
              <a:t>WASD 키보드 입력으로 이동</a:t>
            </a:r>
          </a:p>
          <a:p>
            <a:pPr lvl="1"/>
            <a:r>
              <a:t>카메라 상대 방향 이동</a:t>
            </a:r>
          </a:p>
          <a:p>
            <a:pPr lvl="1"/>
            <a:r>
              <a:t>방 경계 충돌 감지 (±9, ±7 units)</a:t>
            </a:r>
          </a:p>
          <a:p/>
          <a:p>
            <a:r>
              <a:t>CameraController (controls/CameraController.js)</a:t>
            </a:r>
          </a:p>
          <a:p>
            <a:pPr lvl="1"/>
            <a:r>
              <a:t>마우스 드래그로 카메라 회전 (요/피치)</a:t>
            </a:r>
          </a:p>
          <a:p>
            <a:pPr lvl="1"/>
            <a:r>
              <a:t>마우스 휠로 줌 (3-15 units)</a:t>
            </a:r>
          </a:p>
          <a:p>
            <a:pPr lvl="1"/>
            <a:r>
              <a:t>3인칭 뷰로 아바타 추적</a:t>
            </a:r>
          </a:p>
          <a:p/>
          <a:p>
            <a:r>
              <a:t>InteractionController (controls/InteractionController.js)</a:t>
            </a:r>
          </a:p>
          <a:p>
            <a:pPr lvl="1"/>
            <a:r>
              <a:t>마우스 클릭으로 객체와 상호작용</a:t>
            </a:r>
          </a:p>
          <a:p>
            <a:pPr lvl="1"/>
            <a:r>
              <a:t>Raycasting으로 클릭 가능한 객체 감지</a:t>
            </a:r>
          </a:p>
          <a:p>
            <a:pPr lvl="1"/>
            <a:r>
              <a:t>전등 스위치 토글 기능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렌더링 기술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PBR (Physically Based Rendering)</a:t>
            </a:r>
          </a:p>
          <a:p>
            <a:pPr lvl="1"/>
            <a:r>
              <a:t>MeshStandardMaterial 사용</a:t>
            </a:r>
          </a:p>
          <a:p>
            <a:pPr lvl="1"/>
            <a:r>
              <a:t>Diffuse/Albedo 맵 - 기본 색상</a:t>
            </a:r>
          </a:p>
          <a:p>
            <a:pPr lvl="1"/>
            <a:r>
              <a:t>Normal 맵 - 표면 디테일</a:t>
            </a:r>
          </a:p>
          <a:p>
            <a:pPr lvl="1"/>
            <a:r>
              <a:t>Roughness 맵 - 거칠기</a:t>
            </a:r>
          </a:p>
          <a:p>
            <a:pPr lvl="1"/>
            <a:r>
              <a:t>Metalness 파라미터</a:t>
            </a:r>
          </a:p>
          <a:p/>
          <a:p>
            <a:r>
              <a:t>고급 렌더링 설정</a:t>
            </a:r>
          </a:p>
          <a:p>
            <a:pPr lvl="1"/>
            <a:r>
              <a:t>ACES Filmic Tone Mapping - 영화 같은 색감</a:t>
            </a:r>
          </a:p>
          <a:p>
            <a:pPr lvl="1"/>
            <a:r>
              <a:t>sRGB 색공간 인코딩</a:t>
            </a:r>
          </a:p>
          <a:p>
            <a:pPr lvl="1"/>
            <a:r>
              <a:t>PCF Soft Shadows - 부드러운 그림자</a:t>
            </a:r>
          </a:p>
          <a:p>
            <a:pPr lvl="1"/>
            <a:r>
              <a:t>4096x4096 그림자 맵 해상도</a:t>
            </a:r>
          </a:p>
          <a:p>
            <a:pPr lvl="1"/>
            <a:r>
              <a:t>안티앨리어싱 및 고해상도 픽셀 비율 지원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애니메이션 시스템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실시간 애니메이션 (총 8개)</a:t>
            </a:r>
          </a:p>
          <a:p>
            <a:pPr lvl="1">
              <a:defRPr sz="1600"/>
            </a:pPr>
            <a:r>
              <a:t>천장 조명 깜빡임: 빠른 플리커 + 느린 펄스 + 랜덤 노이즈</a:t>
            </a:r>
          </a:p>
          <a:p>
            <a:pPr lvl="1">
              <a:defRPr sz="1600"/>
            </a:pPr>
            <a:r>
              <a:t>TV 화면 펄싱: 청색 발광 효과 애니메이션</a:t>
            </a:r>
          </a:p>
          <a:p>
            <a:pPr lvl="1">
              <a:defRPr sz="1600"/>
            </a:pPr>
            <a:r>
              <a:t>창문 색상 사이클: 주간 → 저녁 → 야간 색상 변화</a:t>
            </a:r>
          </a:p>
          <a:p>
            <a:pPr lvl="1">
              <a:defRPr sz="1600"/>
            </a:pPr>
            <a:r>
              <a:t>침대 시트 바람: UV 오프셋 애니메이션</a:t>
            </a:r>
          </a:p>
          <a:p>
            <a:pPr lvl="1">
              <a:defRPr sz="1600"/>
            </a:pPr>
            <a:r>
              <a:t>천장 선풍기 회전: 연속 회전 애니메이션</a:t>
            </a:r>
          </a:p>
          <a:p>
            <a:pPr lvl="1">
              <a:defRPr sz="1600"/>
            </a:pPr>
            <a:r>
              <a:t>문 개폐: 근접 시 부드러운 회전 (&lt; 3 units)</a:t>
            </a:r>
          </a:p>
          <a:p>
            <a:pPr lvl="1">
              <a:defRPr sz="1600"/>
            </a:pPr>
            <a:r>
              <a:t>먼지 파티클: 브라운 운동 시뮬레이션</a:t>
            </a:r>
          </a:p>
          <a:p>
            <a:pPr lvl="1">
              <a:defRPr sz="1600"/>
            </a:pPr>
            <a:r>
              <a:t>라디에이터 발열: 열 효과 애니메이션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인터랙션</a:t>
            </a:r>
          </a:p>
          <a:p>
            <a:pPr lvl="1"/>
            <a:r>
              <a:t>WASD로 아바타 이동 (카메라 상대 방향)</a:t>
            </a:r>
          </a:p>
          <a:p>
            <a:pPr lvl="1"/>
            <a:r>
              <a:t>마우스 드래그/휠로 카메라 조작</a:t>
            </a:r>
          </a:p>
          <a:p>
            <a:pPr lvl="1"/>
            <a:r>
              <a:t>자동 문 개폐 (근접 감지)</a:t>
            </a:r>
          </a:p>
          <a:p>
            <a:pPr lvl="1"/>
            <a:r>
              <a:t>전등 스위치 클릭 상호작용</a:t>
            </a:r>
          </a:p>
          <a:p/>
          <a:p>
            <a:r>
              <a:t>시각 효과</a:t>
            </a:r>
          </a:p>
          <a:p>
            <a:pPr lvl="1"/>
            <a:r>
              <a:t>PBR 재질과 텍스처 맵핑</a:t>
            </a:r>
          </a:p>
          <a:p>
            <a:pPr lvl="1"/>
            <a:r>
              <a:t>9개 광원 (포인트, 스팟, 디렉셔널)</a:t>
            </a:r>
          </a:p>
          <a:p>
            <a:pPr lvl="1"/>
            <a:r>
              <a:t>8개 실시간 애니메이션</a:t>
            </a:r>
          </a:p>
          <a:p>
            <a:pPr lvl="1"/>
            <a:r>
              <a:t>고품질 그림자 (4K 해상도)</a:t>
            </a:r>
          </a:p>
          <a:p>
            <a:pPr lvl="1"/>
            <a:r>
              <a:t>Bezier Curve 및 LatheGeometry 장식</a:t>
            </a:r>
          </a:p>
          <a:p/>
          <a:p>
            <a:r>
              <a:t>자산 관리</a:t>
            </a:r>
          </a:p>
          <a:p>
            <a:pPr lvl="1"/>
            <a:r>
              <a:t>GLB 3D 모델 로딩 (5개)</a:t>
            </a:r>
          </a:p>
          <a:p>
            <a:pPr lvl="1"/>
            <a:r>
              <a:t>PBR 텍스처 세트 (대리석, 리넨)</a:t>
            </a:r>
          </a:p>
          <a:p>
            <a:pPr lvl="1"/>
            <a:r>
              <a:t>에러 핸들링 및 타임아웃 처리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통계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코드 규모</a:t>
            </a:r>
          </a:p>
          <a:p>
            <a:pPr lvl="1"/>
            <a:r>
              <a:t>총 21개 JavaScript 파일</a:t>
            </a:r>
          </a:p>
          <a:p>
            <a:pPr lvl="1"/>
            <a:r>
              <a:t>약 2,000줄 이상의 코드</a:t>
            </a:r>
          </a:p>
          <a:p>
            <a:pPr lvl="1"/>
            <a:r>
              <a:t>프로젝트 크기: ~80MB</a:t>
            </a:r>
          </a:p>
          <a:p/>
          <a:p>
            <a:r>
              <a:t>3D 자산</a:t>
            </a:r>
          </a:p>
          <a:p>
            <a:pPr lvl="1"/>
            <a:r>
              <a:t>5개 GLB 3D 모델 (문, 창문, TV, 선풍기, 라디에이터)</a:t>
            </a:r>
          </a:p>
          <a:p>
            <a:pPr lvl="1"/>
            <a:r>
              <a:t>2개 PBR 텍스처 세트 (대리석, 리넨)</a:t>
            </a:r>
          </a:p>
          <a:p>
            <a:pPr lvl="1"/>
            <a:r>
              <a:t>총 30개 이상 씬 오브젝트</a:t>
            </a:r>
          </a:p>
          <a:p/>
          <a:p>
            <a:r>
              <a:t>모듈 구성</a:t>
            </a:r>
          </a:p>
          <a:p>
            <a:pPr lvl="1"/>
            <a:r>
              <a:t>Scene: 2개 (SceneManager, LightManager)</a:t>
            </a:r>
          </a:p>
          <a:p>
            <a:pPr lvl="1"/>
            <a:r>
              <a:t>Controls: 3개 (Avatar, Camera, Interaction)</a:t>
            </a:r>
          </a:p>
          <a:p>
            <a:pPr lvl="1"/>
            <a:r>
              <a:t>Objects: 12개 (Barracks, Avatar, 가구, Curve, Vase 등)</a:t>
            </a:r>
          </a:p>
          <a:p>
            <a:pPr lvl="1"/>
            <a:r>
              <a:t>Loaders: 2개 (Texture, Model)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특징 및 성과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기술적 성과</a:t>
            </a:r>
          </a:p>
          <a:p>
            <a:pPr lvl="1"/>
            <a:r>
              <a:t>고급 Three.js 기능 활용 (조명, 재질, 그림자, 애니메이션)</a:t>
            </a:r>
          </a:p>
          <a:p>
            <a:pPr lvl="1"/>
            <a:r>
              <a:t>모듈형 아키텍처로 명확한 관심사 분리</a:t>
            </a:r>
          </a:p>
          <a:p>
            <a:pPr lvl="1"/>
            <a:r>
              <a:t>자산 로딩 및 에러 핸들링 구현</a:t>
            </a:r>
          </a:p>
          <a:p>
            <a:pPr lvl="1"/>
            <a:r>
              <a:t>실시간 애니메이션 시스템 구축</a:t>
            </a:r>
          </a:p>
          <a:p/>
          <a:p>
            <a:r>
              <a:t>사용자 경험</a:t>
            </a:r>
          </a:p>
          <a:p>
            <a:pPr lvl="1"/>
            <a:r>
              <a:t>직관적인 WASD + 마우스 컨트롤</a:t>
            </a:r>
          </a:p>
          <a:p>
            <a:pPr lvl="1"/>
            <a:r>
              <a:t>몰입감 있는 3D 환경</a:t>
            </a:r>
          </a:p>
          <a:p>
            <a:pPr lvl="1"/>
            <a:r>
              <a:t>실시간 인터랙션 (문 개폐 등)</a:t>
            </a:r>
          </a:p>
          <a:p/>
          <a:p>
            <a:r>
              <a:t>향후 개선 방향</a:t>
            </a:r>
          </a:p>
          <a:p>
            <a:pPr lvl="1"/>
            <a:r>
              <a:t>추가 인터랙션 요소 (서랍, 사물함 열기)</a:t>
            </a:r>
          </a:p>
          <a:p>
            <a:pPr lvl="1"/>
            <a:r>
              <a:t>더 많은 애니메이션 및 효과</a:t>
            </a:r>
          </a:p>
          <a:p>
            <a:pPr lvl="1"/>
            <a:r>
              <a:t>성능 최적화 (LOD, Instancing)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